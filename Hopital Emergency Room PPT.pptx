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185F1-1E4D-6C21-C5CF-7038E2F0B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95"/>
            <a:ext cx="12192000" cy="6673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-1" y="1"/>
            <a:ext cx="12191999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11936-3E44-A807-1E10-548CA2FBA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95"/>
            <a:ext cx="12192000" cy="6673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0D7EA-29C1-94C7-CF5E-DE5805E82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7658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9144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B67CD6-6BD0-47D8-BDA9-AE408A784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95"/>
            <a:ext cx="12192000" cy="6673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-1" y="0"/>
            <a:ext cx="12191999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2AF0C-512A-997A-73EA-7F1045AC9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95"/>
            <a:ext cx="12192000" cy="6673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18288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D046B-1636-3FFC-59AF-731D000FF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95"/>
            <a:ext cx="12192000" cy="6673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FB51B-11CF-858F-B41E-A8DC119CD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95"/>
            <a:ext cx="12192000" cy="6673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Key Takeaways 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Beere Vishnu Sai</cp:lastModifiedBy>
  <cp:revision>14</cp:revision>
  <dcterms:created xsi:type="dcterms:W3CDTF">2024-11-24T05:55:51Z</dcterms:created>
  <dcterms:modified xsi:type="dcterms:W3CDTF">2025-07-16T18:27:51Z</dcterms:modified>
</cp:coreProperties>
</file>